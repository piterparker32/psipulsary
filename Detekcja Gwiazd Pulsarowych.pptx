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D9C24AB-27F0-2114-66CB-BF468E1249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A8838AF-489A-6443-B44F-E38D45A54B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603C6E3-8595-6B5A-44CA-49F078AE7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23A83-3A2E-48CD-B03D-040369AEBAF0}" type="datetimeFigureOut">
              <a:rPr lang="pl-PL" smtClean="0"/>
              <a:t>06.05.2026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3C3045C-8310-A4A9-E35B-824EB6FB7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391BA202-D942-C145-82A2-FBECA90B2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C2E34-42D3-4566-9244-5D357E13287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19991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8C9756D-93B1-C238-15E1-F6A01559A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EF89FE9-9F3B-4E7B-C180-E2443B448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781F32D-1088-DDC7-D188-C54355398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23A83-3A2E-48CD-B03D-040369AEBAF0}" type="datetimeFigureOut">
              <a:rPr lang="pl-PL" smtClean="0"/>
              <a:t>06.05.2026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FEEA342-1345-1E23-4E8E-95A8A1F24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08A48EC-C4F8-869F-7074-19C1BB613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C2E34-42D3-4566-9244-5D357E13287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69867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B03D4B8-D7CB-447B-B366-8B1C6A733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EB6DD156-195D-F2A8-9A0A-6B54E7C07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18536BB-66A6-FDB4-305B-EE12F9680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23A83-3A2E-48CD-B03D-040369AEBAF0}" type="datetimeFigureOut">
              <a:rPr lang="pl-PL" smtClean="0"/>
              <a:t>06.05.2026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911E5DE-602F-C675-E304-89BAD7A1F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813E7F5-632B-88B0-2A1F-B05CF13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C2E34-42D3-4566-9244-5D357E13287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0394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0522396-4002-83FE-4D84-C34706F85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4A23081-1A49-7F45-FE66-B7259B37F7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B863D14F-8924-3E8D-4ACA-E411F3146B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CF09D95E-663D-4B42-EBD0-8A96E7AFB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23A83-3A2E-48CD-B03D-040369AEBAF0}" type="datetimeFigureOut">
              <a:rPr lang="pl-PL" smtClean="0"/>
              <a:t>06.05.2026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EBFE9697-218B-A74E-A7A7-923787574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CE1AF966-BA6A-3E03-BDA1-4206F934B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C2E34-42D3-4566-9244-5D357E13287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40151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88D5432-2FB3-F431-5356-C642BDFFB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15F5201-8159-89C0-F0DE-062B0EC2A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16DBFBDA-EE45-1D4D-A25E-9F7BA9959F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5C1F6627-5B90-CC4E-4EE0-776BB672DA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57CD5A23-C869-3B0A-6B45-C91CD72F06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EB0CE35E-8DD1-1BE0-FBC1-7ABC58474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23A83-3A2E-48CD-B03D-040369AEBAF0}" type="datetimeFigureOut">
              <a:rPr lang="pl-PL" smtClean="0"/>
              <a:t>06.05.2026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7D824F6D-6F0C-A823-58CA-FB67E72B3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2E8B4A26-1F49-EDDB-CC43-CC47D688A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C2E34-42D3-4566-9244-5D357E13287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61274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84EFFF0-0499-FA73-939E-4B97B836D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725563DD-F831-830C-A53D-2A488B1A2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23A83-3A2E-48CD-B03D-040369AEBAF0}" type="datetimeFigureOut">
              <a:rPr lang="pl-PL" smtClean="0"/>
              <a:t>06.05.2026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0F32A9D7-C99C-995D-1F04-10BD15C17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87B9E8B6-B389-3ACE-31E4-AE2130A9F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C2E34-42D3-4566-9244-5D357E13287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49396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A994F8D6-5863-7152-2B42-DDB83A93E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23A83-3A2E-48CD-B03D-040369AEBAF0}" type="datetimeFigureOut">
              <a:rPr lang="pl-PL" smtClean="0"/>
              <a:t>06.05.2026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C437765E-5A7D-6B7D-54D4-19AC93BB5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92CBE829-8ABC-0DB6-83A0-DB0F5354C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C2E34-42D3-4566-9244-5D357E13287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45999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563FD4F-4239-1D7E-5477-A7944E634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9FD66A7-1A1C-CDE8-B4E3-F8A710A67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F5B79A71-4263-362D-C878-0D25D3842F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6CEE0A56-0989-2325-0ECA-34365AFBB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23A83-3A2E-48CD-B03D-040369AEBAF0}" type="datetimeFigureOut">
              <a:rPr lang="pl-PL" smtClean="0"/>
              <a:t>06.05.2026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FD2A4F8E-D98B-FB9F-FFD3-D6D3BF3F0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4FF1E863-0292-8C51-753E-0E984196D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C2E34-42D3-4566-9244-5D357E13287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89983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D441D99-B71B-E30F-391A-4FCAD73B7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7DE4ED78-DB3A-1B11-9578-D412ABE259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4BF2C4A0-C409-3FA0-18C8-C93EDEE09A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F0110EB-416F-9D2F-CEAC-8D2967CE5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23A83-3A2E-48CD-B03D-040369AEBAF0}" type="datetimeFigureOut">
              <a:rPr lang="pl-PL" smtClean="0"/>
              <a:t>06.05.2026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9756967E-E5F1-F4AD-5A5C-20AA53B38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2317F7A0-4EDC-1897-5E69-0BEF84F28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C2E34-42D3-4566-9244-5D357E13287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65278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BBA8AC3-1C35-17E8-4CB8-33824A310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10FF1F05-1E99-9E51-8A0E-A30849FBA0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F1E4C95-051A-B9D0-308C-5B302E2D4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23A83-3A2E-48CD-B03D-040369AEBAF0}" type="datetimeFigureOut">
              <a:rPr lang="pl-PL" smtClean="0"/>
              <a:t>06.05.2026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D433A18-8B8E-DD63-0CEC-37770636E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321CBB7A-4081-A07E-EE9C-C2BE76E60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C2E34-42D3-4566-9244-5D357E13287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89864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FE76DF3D-DD80-8B1C-CC4E-3F20B7C0FB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151FB47A-E42F-BF92-2444-83FE610042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F731D2D-8B37-54AA-549E-463846272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23A83-3A2E-48CD-B03D-040369AEBAF0}" type="datetimeFigureOut">
              <a:rPr lang="pl-PL" smtClean="0"/>
              <a:t>06.05.2026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FB5F393-7C88-714A-54D8-3157D547F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B208F40-A895-1922-3C9A-EF2C013E6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C2E34-42D3-4566-9244-5D357E13287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80356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C77D88DC-EA24-1463-E877-8901460B0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285A9362-9794-DA6A-2421-F1ECF05DD3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C650749-0110-6CB5-3162-E4FC49AEB6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623A83-3A2E-48CD-B03D-040369AEBAF0}" type="datetimeFigureOut">
              <a:rPr lang="pl-PL" smtClean="0"/>
              <a:t>06.05.2026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969E5BE-D788-04CB-F726-499268706F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BFE8B58-378F-0F67-2CB9-6FA7E00E5F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FC2E34-42D3-4566-9244-5D357E13287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8562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11C50B5-75D4-3877-9706-323E0B00A5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Detekcja Gwiazd Pulsarowych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B6374D6-FFE5-BECE-2760-BD50FFC0DF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03336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66DE712-E889-ADB9-AEC4-3D5F2F01F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Analiza i </a:t>
            </a:r>
            <a:r>
              <a:rPr lang="pl-PL" dirty="0" err="1"/>
              <a:t>Preprocessing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AE56E6D-9B03-CF6F-7E26-C08DCB8E17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8010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786A82D-7721-3B43-E0D5-ABB584580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Dataset</a:t>
            </a:r>
            <a:r>
              <a:rPr lang="pl-PL" dirty="0"/>
              <a:t> i </a:t>
            </a:r>
            <a:r>
              <a:rPr lang="pl-PL" dirty="0" err="1"/>
              <a:t>DataLoader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40759A5-3DA6-C633-5507-7CE9D1A35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33724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BA94D9-206A-44EB-9591-D891A7C93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Architektura sieci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1E23142-0668-94F0-B848-684DE0CEFA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0972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F002E9C-29CB-95A3-7C5B-3ECDEF95C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Pętla ucząca (Training </a:t>
            </a:r>
            <a:r>
              <a:rPr lang="pl-PL" dirty="0" err="1"/>
              <a:t>Loop</a:t>
            </a:r>
            <a:r>
              <a:rPr lang="pl-PL" dirty="0"/>
              <a:t>)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09E1923-0506-D58B-6252-79BA439DC3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02115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4A5D197-C8DB-8BBB-12B2-3C932A76C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Ewaluacja (Wnioski)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8BBB500-EFFF-5F25-1001-236731C73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74870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C85689F-2BAA-671B-ECDF-FF62CEA812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KONIEC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F2E2A7C-291D-B8FA-99C8-6062A7D134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97342904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22</Words>
  <Application>Microsoft Office PowerPoint</Application>
  <PresentationFormat>Panoramiczny</PresentationFormat>
  <Paragraphs>7</Paragraphs>
  <Slides>7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Motyw pakietu Office</vt:lpstr>
      <vt:lpstr>Detekcja Gwiazd Pulsarowych</vt:lpstr>
      <vt:lpstr>Analiza i Preprocessing</vt:lpstr>
      <vt:lpstr>Dataset i DataLoader</vt:lpstr>
      <vt:lpstr>Architektura sieci</vt:lpstr>
      <vt:lpstr>Pętla ucząca (Training Loop)</vt:lpstr>
      <vt:lpstr>Ewaluacja (Wnioski)</vt:lpstr>
      <vt:lpstr>KONIEC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Piotr Szulej</dc:creator>
  <cp:lastModifiedBy>Piotr Szulej</cp:lastModifiedBy>
  <cp:revision>1</cp:revision>
  <dcterms:created xsi:type="dcterms:W3CDTF">2026-05-06T19:24:25Z</dcterms:created>
  <dcterms:modified xsi:type="dcterms:W3CDTF">2026-05-06T19:26:39Z</dcterms:modified>
</cp:coreProperties>
</file>